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PoseSwin — Smoke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CCD8E8"/>
                </a:solidFill>
                <a:latin typeface="Calibri"/>
              </a:rPr>
              <a:t>Cross-video brown-bear Re-ID for the Katmai CV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AAB6C8"/>
                </a:solidFill>
                <a:latin typeface="Calibri"/>
              </a:rPr>
              <a:t>Darian Ding ·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Why we're looking at PoseSwin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B66"/>
                </a:solidFill>
                <a:latin typeface="Calibri"/>
              </a:rPr>
              <a:t>A capability the Winter Quarter pipeline explicitly didn't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877CC"/>
                </a:solidFill>
                <a:latin typeface="Calibri"/>
              </a:rPr>
              <a:t>Pipeline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ByteTrack uses motion-only association, no appearance Re-ID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Re-IDs reset whenever a bear leaves &amp; re-enters the frame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"Cross-video bear identification" was descoped from project scope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Listed as a missing capability in the recent models report (§7)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A04F"/>
                </a:solidFill>
                <a:latin typeface="Calibri"/>
              </a:rPr>
              <a:t>PoseSwin (Feb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Pose-aware metric learning on Swin Transformer base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72,000 images of 109 individual Alaskan brown bears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Katmai + McNeil River, multi-year (2017–2022)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Open weights — exactly the gap we flagged in §7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Pipeline: head crop → HRNet pose → Swin → 512-d embedding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Rosenberg et al., Current Biology, Feb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943600"/>
            <a:ext cx="12191695" cy="457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3A"/>
                </a:solidFill>
                <a:latin typeface="Calibri"/>
              </a:rPr>
              <a:t>If integrated, recovers "how many salmon does each individual bear eat across videos" — a real population-level metric, not just per-clip counts.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Smoke test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B66"/>
                </a:solidFill>
                <a:latin typeface="Calibri"/>
              </a:rPr>
              <a:t>End-to-end model load + forward pass on real Katmai footage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>
                <a:solidFill>
                  <a:srgbClr val="1F2A3A"/>
                </a:solidFill>
                <a:latin typeface="Calibri"/>
              </a:rPr>
              <a:t>• Cloned amathislab/BrownBear_ReID and reviewed source</a:t>
            </a: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1F2A3A"/>
                </a:solidFill>
                <a:latin typeface="Calibri"/>
              </a:rPr>
              <a:t>• Downloaded Public_release.zip from Zenodo (30 GB, 30 min) and extracted only checkpoints (4.2 GB)</a:t>
            </a: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1F2A3A"/>
                </a:solidFill>
                <a:latin typeface="Calibri"/>
              </a:rPr>
              <a:t>• Built minimal single-image inference script (repo ships full training pipeline only — no demo)</a:t>
            </a: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1F2A3A"/>
                </a:solidFill>
                <a:latin typeface="Calibri"/>
              </a:rPr>
              <a:t>• Loaded the Katmai 6-year checkpoint: net_best.pth (93.6 M params) on RTX 2080 Ti</a:t>
            </a: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1F2A3A"/>
                </a:solidFill>
                <a:latin typeface="Calibri"/>
              </a:rPr>
              <a:t>• Extracted 4 high-confidence bear bbox crops from a Brooks Falls Low test video using our fine-tuned YOLOv8n</a:t>
            </a: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1F2A3A"/>
                </a:solidFill>
                <a:latin typeface="Calibri"/>
              </a:rPr>
              <a:t>• Forwarded all 4 crops through PoseSwin and computed pairwise cosine similarity on the 512-d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A04F"/>
                </a:solidFill>
                <a:latin typeface="Calibri"/>
              </a:rPr>
              <a:t>Result: model loads cleanly, runs in ~270 ms / batch, emits structured embeddings.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Result — 4 Katmai bear crops, cosine similarity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B66"/>
                </a:solidFill>
                <a:latin typeface="Calibri"/>
              </a:rPr>
              <a:t>Embeddings extracted from PoseSwin Katmai 6-year checkpoint</a:t>
            </a:r>
          </a:p>
        </p:txBody>
      </p:sp>
      <p:pic>
        <p:nvPicPr>
          <p:cNvPr id="5" name="Picture 4" descr="poseswin_smoketest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112046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What this proves — and what it doesn't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B66"/>
                </a:solidFill>
                <a:latin typeface="Calibri"/>
              </a:rPr>
              <a:t>Honest assessment after the smoke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A04F"/>
                </a:solidFill>
                <a:latin typeface="Calibri"/>
              </a:rPr>
              <a:t>What the result proves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PoseSwin loads + runs end-to-end on our hardware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Forward pass is fast: ~270 ms for batch of 4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Embeddings have meaningful structure on Katmai footage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High-similarity pairs (0.78) cleanly separate from low-similarity pairs (0.03)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Integration into our pipeline is technically feasible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6A00"/>
                </a:solidFill>
                <a:latin typeface="Calibri"/>
              </a:rPr>
              <a:t>Caveats — what's still TBD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Input was YOLO whole-body bbox; PoseSwin expects head crops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Absolute cosine values are NOT calibrated yet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No formal accuracy measurement against ground truth IDs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Need their face detector (Faster-RCNN, latest.pth) wired in for proper test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Then need a held-out Katmai test set with known IDs for accuracy numbers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Open question — license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B66"/>
                </a:solidFill>
                <a:latin typeface="Calibri"/>
              </a:rPr>
              <a:t>Need alignment before integrating deeper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C86A00"/>
                </a:solidFill>
                <a:latin typeface="Calibri"/>
              </a:rPr>
              <a:t>Both code &amp; dataset released under CC BY-NC 4.0 (non-commercial)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3A"/>
                </a:solidFill>
                <a:latin typeface="Calibri"/>
              </a:rPr>
              <a:t>Our deliverable is meant to be open-source, so: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>
                <a:solidFill>
                  <a:srgbClr val="1F2A3A"/>
                </a:solidFill>
                <a:latin typeface="Calibri"/>
              </a:rPr>
              <a:t>• Does "open-source" for our project include allowing commercial reuse?</a:t>
            </a: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1F2A3A"/>
                </a:solidFill>
                <a:latin typeface="Calibri"/>
              </a:rPr>
              <a:t>• Or is non-commercial sufficient (Katmai NPP / conservation / education)?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A3A"/>
                </a:solidFill>
                <a:latin typeface="Calibri"/>
              </a:rPr>
              <a:t>If a commercial-friendly license is required, options are: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Reach out to the EPFL Mathis Lab about licensing terms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Make PoseSwin an opt-in plugin (users accept NC separately)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Use only the method (Swin + pose-aware metric learning) and re-train on permissive data — much higher effort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B66"/>
                </a:solidFill>
                <a:latin typeface="Calibri"/>
              </a:rPr>
              <a:t>If we get a go-ahead on license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877CC"/>
                </a:solidFill>
                <a:latin typeface="Calibri"/>
              </a:rPr>
              <a:t>Phase 1 — proper accuracy measurement (~3 days)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Wire up their Faster-RCNN face detector to produce head crops from YOLO bboxes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Build a 100-frame multi-bear ground-truth set with consensus IDs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Measure cosine-similarity accuracy: known same-bear vs known different-bear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877CC"/>
                </a:solidFill>
                <a:latin typeface="Calibri"/>
              </a:rPr>
              <a:t>Phase 2 — integrate into pipeline (~1 week)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Add a global-ID layer on top of ByteTrack — each ByteTrack ID gets a PoseSwin embedding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Maintain a per-video / cross-video bear identity database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F2A3A"/>
                </a:solidFill>
                <a:latin typeface="Calibri"/>
              </a:rPr>
              <a:t>• Update behavior analysis output: "Bear 879 caught N salmon across M videos"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